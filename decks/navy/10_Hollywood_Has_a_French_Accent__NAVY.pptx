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HOLLYWOOD HAS</a:t>
            </a:r>
          </a:p>
          <a:p>
            <a:r>
              <a:t>A FRENCH ACCENT</a:t>
            </a:r>
          </a:p>
          <a:p>
            <a:r>
              <a:t>The Closed Circle of French Composers Who Keep Winning Oscars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Music You Already Know</a:t>
            </a:r>
          </a:p>
          <a:p>
            <a:r>
              <a:t>A lone rider on a camel. A horizon of sand. Then the strings rise and the whole cinema sits up.</a:t>
            </a:r>
          </a:p>
          <a:p>
            <a:r>
              <a:t>Lawrence of Arabia, 1962. Written in six weeks by a Frenchman from Lyon who had never seen a desert.</a:t>
            </a:r>
          </a:p>
          <a:p>
            <a:r>
              <a:t>You know the melody. You have never known the face.</a:t>
            </a:r>
          </a:p>
          <a:p>
            <a:r>
              <a:t>Maurice Jarre won three Oscars. Almost no American could pick him out of a crowd.</a:t>
            </a:r>
          </a:p>
          <a:p>
            <a:r>
              <a:t>For sixty years a small circle of French composers has written the sound of American cinema — quietly.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Journey Through a Music with No Face</a:t>
            </a:r>
          </a:p>
          <a:p>
            <a:r>
              <a:t>The mystery. Film music is the only art in cinema whose author is invisible. The actor has a face, the director a name.</a:t>
            </a:r>
          </a:p>
          <a:p>
            <a:r>
              <a:t>The circle. Jarre, Legrand, Lai, Delerue, Yared, Bource, Desplat. Seven Frenchmen, more than a dozen Oscars for music, from 1962 to the present day.</a:t>
            </a:r>
          </a:p>
          <a:p>
            <a:r>
              <a:t>The thread. A singular sensibility — melody first, melancholy allowed, elegance over spectacle — that Hollywood could not produce and therefore imported.</a:t>
            </a:r>
          </a:p>
          <a:p>
            <a:r>
              <a:t>Tonight we put faces to the melodies — and ask why the Academy keeps falling for the French 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Masters</a:t>
            </a:r>
          </a:p>
          <a:p>
            <a:r>
              <a:t>Maurice Jarre and Michel Legrand — Parallel Paths to the Oscars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Half a century of statuettes — and the same accent on the acceptance speeches.</a:t>
            </a:r>
          </a:p>
          <a:p>
            <a:r>
              <a:t>The arc of a French Hollywood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Maurice Jarre — The Architect of Epics</a:t>
            </a:r>
          </a:p>
          <a:p>
            <a:r>
              <a:t>The late starter. He studies percussion at the Conservatoire, writes for the theatre of Jean Vilar, scores French films of the 1950s — and is unknown abroad at thirty-seven.</a:t>
            </a:r>
          </a:p>
          <a:p>
            <a:r>
              <a:t>The six weeks. Sam Spiegel’s plan for Lawrence of Arabia collapses: William Walton and Aram Khachaturian fall away. Jarre writes the entire score in six weeks.</a:t>
            </a:r>
          </a:p>
          <a:p>
            <a:r>
              <a:t>The Lean trilogy. Doctor Zhivago (1965), with Lara’s Theme on balalaikas, and A Passage to India (1984). Three David Lean films, three Oscars.</a:t>
            </a:r>
          </a:p>
          <a:p>
            <a:r>
              <a:t>Hollywood asked for the sound of the horizon. A man from Lyon gave it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Michel Legrand — The Jazzman Who Sang in Colour</a:t>
            </a:r>
          </a:p>
          <a:p>
            <a:r>
              <a:t>Paris, 1932. A prodigy at the Conservatoire under Nadia Boulanger; a jazz arranger by twenty; Legrand Jazz with Miles Davis in 1958.</a:t>
            </a:r>
          </a:p>
          <a:p>
            <a:r>
              <a:t>Demy. Les Parapluies de Cherbourg (1964): every line of dialogue sung. Les Demoiselles de Rochefort (1967).</a:t>
            </a:r>
          </a:p>
          <a:p>
            <a:r>
              <a:t>The three Oscars. The Windmills of Your Mind (The Thomas Crown Affair, 1968), Summer of ’42 (1971), Yentl (1983). More than two hundred film scores.</a:t>
            </a:r>
          </a:p>
          <a:p>
            <a:r>
              <a:t>Jarre painted landscapes. Legrand wrote the ache inside the room. Hollywood wanted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Paths</a:t>
            </a:r>
          </a:p>
          <a:p>
            <a:r>
              <a:t>Jarre moves in. He settles in Los Angeles, works with Lean, Hitchcock, Weir, and in 1985 reinvents himself with electronics for Witness. An American career with a French ear.</a:t>
            </a:r>
          </a:p>
          <a:p>
            <a:r>
              <a:t>Legrand commutes. He never leaves Paris for long: films, jazz albums, Barbra Streisand, Nana Mouskouri, Natalie Dessay. Hollywood comes to him.</a:t>
            </a:r>
          </a:p>
          <a:p>
            <a:r>
              <a:t>What they share. A melody you can hum after one hearing, written by a classically trained musician who treats a film score as a composition, not a service.</a:t>
            </a:r>
          </a:p>
          <a:p>
            <a:r>
              <a:t>Maurice Jarre Moves to Los Angeles in 1962. Lean, Hitchcock, Weir. Three Oscars.</a:t>
            </a:r>
          </a:p>
          <a:p>
            <a:r>
              <a:t>Michel Legrand Never leaves Paris for long. Demy, Streisand, Dessay. Three Oscars.</a:t>
            </a:r>
          </a:p>
          <a:p>
            <a:r>
              <a:t>Two opposite careers, one lesson: America rewards a Frenchman who gives it a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Circle Widens</a:t>
            </a:r>
          </a:p>
          <a:p>
            <a:r>
              <a:t>Francis Lai, Georges Delerue, Gabriel Yared — and the French Touch Before Its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Francis Lai — Love in Two Chords</a:t>
            </a:r>
          </a:p>
          <a:p>
            <a:r>
              <a:t>Un homme et une femme, 1966. Claude Lelouch’s film and Lai’s “chabadabada” win the Palme d’Or and two Oscars, and make the accordionist from Nice a name.</a:t>
            </a:r>
          </a:p>
          <a:p>
            <a:r>
              <a:t>Love Story, 1970. A theme written on the piano in Paris for a Harvard love story becomes the biggest-selling film score of its era. Oscar, 1971.</a:t>
            </a:r>
          </a:p>
          <a:p>
            <a:r>
              <a:t>The method. Simplicity. Lai played by ear, could not read music fluently, and trusted the melody above everything.</a:t>
            </a:r>
          </a:p>
          <a:p>
            <a:r>
              <a:t>Where others wrote symphonies, Lai wrote a line you could whistle — and the Academy whistled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Georges Delerue — The New Wave Goes West</a:t>
            </a:r>
          </a:p>
          <a:p>
            <a:r>
              <a:t>Truffaut’s composer. Jules et Jim, Shoot the Pianist, Day for Night, The Last Metro. Godard’s Contempt.</a:t>
            </a:r>
          </a:p>
          <a:p>
            <a:r>
              <a:t>A Little Romance, 1979. His Oscar — for a small American film — persuades him to move to Los Angeles. Platoon, Steel Magnolias, Beaches follow.</a:t>
            </a:r>
          </a:p>
          <a:p>
            <a:r>
              <a:t>The legacy. Oliver Stone built Platoon on Barber’s Adagio but asked Delerue for its heart. The French New Wave had, once more, crossed the Atlantic — this time in the orchestra pit.</a:t>
            </a:r>
          </a:p>
          <a:p>
            <a:r>
              <a:t>The man who scored Contempt ended his life writing for Hollywood. The New Wave followed him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 Yared and the Lyrical Line</a:t>
            </a:r>
          </a:p>
          <a:p>
            <a:r>
              <a:t>Paris by way of Beirut. Lebanese-born, trained in Paris, a Godard collaborator (Sauve qui peut (la vie)), then Betty Blue (1986) — the score a generation fell in love to.</a:t>
            </a:r>
          </a:p>
          <a:p>
            <a:r>
              <a:t>The English Patient, 1996. Anthony Minghella’s desert epic. Oscar, BAFTA, Golden Globe.</a:t>
            </a:r>
          </a:p>
          <a:p>
            <a:r>
              <a:t>What it proves. The “French accent” is not a passport. It is a school: melody, restraint, and a refusal to over-score the picture.</a:t>
            </a:r>
          </a:p>
          <a:p>
            <a:r>
              <a:t>Yared is the proof that the French touch is a training, not a birthplace.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Artist, 2011</a:t>
            </a:r>
          </a:p>
          <a:p>
            <a:r>
              <a:t>A French film about Hollywood. Michel Hazanavicius’s black-and-white, silent homage to 1920s Hollywood, with Jean Dujardin — Best Picture at the Oscars.</a:t>
            </a:r>
          </a:p>
          <a:p>
            <a:r>
              <a:t>A score that is the dialogue. With no spoken words, Ludovic Bource’s music carries every scene. Oscar for Best Original Score, 2012.</a:t>
            </a:r>
          </a:p>
          <a:p>
            <a:r>
              <a:t>The loop closes. A French composer wins Hollywood’s highest prize for imitating the Hollywood of a century before. The accent had become the original.</a:t>
            </a:r>
          </a:p>
          <a:p>
            <a:r>
              <a:t>A silent film Black and white, 2011, Michel Hazanavicius</a:t>
            </a:r>
          </a:p>
          <a:p>
            <a:r>
              <a:t>Ludovic Bource Ninety minutes of score, no spoken dialogue</a:t>
            </a:r>
          </a:p>
          <a:p>
            <a:r>
              <a:t>Hollywood’s own myth 1920s Los Angeles, told by Frenchmen</a:t>
            </a:r>
          </a:p>
          <a:p>
            <a:r>
              <a:t>Best Picture Oscars 2012, plus Best Original Score</a:t>
            </a:r>
          </a:p>
          <a:p>
            <a:r>
              <a:t>The French did not just write Hollywood’s music. They wrote a love letter to Hollywood and won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French Touch Today</a:t>
            </a:r>
          </a:p>
          <a:p>
            <a:r>
              <a:t>Alexandre Desplat and the Sound of Contemporary Cinema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Alexandre Desplat — The Heir</a:t>
            </a:r>
          </a:p>
          <a:p>
            <a:r>
              <a:t>The apprenticeship. A French father, a Greek mother, a flute, and a hundred French films before Hollywood notices him with Girl with a Pearl Earring (2003).</a:t>
            </a:r>
          </a:p>
          <a:p>
            <a:r>
              <a:t>The range. The Queen, The Curious Case of Benjamin Button, The King’s Speech, Argo, Harry Potter, Godzilla, Little Women — and every Wes Anderson film since Fantastic Mr. Fox.</a:t>
            </a:r>
          </a:p>
          <a:p>
            <a:r>
              <a:t>The two Oscars. The Grand Budapest Hotel (2014): balalaikas and cimbaloms. The Shape of Water (2017): a waltz for a mute woman and a creature.</a:t>
            </a:r>
          </a:p>
          <a:p>
            <a:r>
              <a:t>Desplat is the most nominated composer of his generation — and the most French in his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Makes the French Ear</a:t>
            </a:r>
          </a:p>
          <a:p>
            <a:r>
              <a:t>Hollywood does not buy French music. It buys a French way of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Music with No Face</a:t>
            </a:r>
          </a:p>
          <a:p>
            <a:r>
              <a:t>The paradox. Jarre, Legrand, Lai, Delerue, Yared, Bource, Desplat: more Oscars for music than any other foreign nation’s composers — and almost no public recognition in America.</a:t>
            </a:r>
          </a:p>
          <a:p>
            <a:r>
              <a:t>The reason. A film composer is heard, not seen. Their fame belongs to the images they serve.</a:t>
            </a:r>
          </a:p>
          <a:p>
            <a:r>
              <a:t>The question for tonight. Next time the strings rise in an American cinema, listen for the accent. The chances are it is French.</a:t>
            </a:r>
          </a:p>
          <a:p>
            <a:r>
              <a:t>Jarre · Legrand · Lai · Delerue Four Frenchmen whose melodies every American can hum.</a:t>
            </a:r>
          </a:p>
          <a:p>
            <a:r>
              <a:t>Yared · Bource · Desplat Three more, from Beirut, Paris and Paris.</a:t>
            </a:r>
          </a:p>
          <a:p>
            <a:r>
              <a:t>1962 → 2018 Sixty years of French film music in Hollywood, and almost no American could pick one face out of a crowd.</a:t>
            </a:r>
          </a:p>
          <a:p>
            <a:r>
              <a:t>The most invisible French export of the century is also the one you have heard most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Years in One Hour</a:t>
            </a:r>
          </a:p>
          <a:p>
            <a:r>
              <a:t>Hollywood has a French accent. It simply never asks who is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