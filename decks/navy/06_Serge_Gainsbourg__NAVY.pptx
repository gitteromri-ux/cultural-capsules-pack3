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SERGE GAINSBOURG</a:t>
            </a:r>
          </a:p>
          <a:p>
            <a:r>
              <a:t>The Genius of Provocation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Song That Was Banned Everywhere</a:t>
            </a:r>
          </a:p>
          <a:p>
            <a:r>
              <a:t>1969. Denounced by the Vatican. Banned by the BBC. Withdrawn by its own record label.</a:t>
            </a:r>
          </a:p>
          <a:p>
            <a:r>
              <a:t>The first foreign-language single ever to reach number one in Britain.</a:t>
            </a:r>
          </a:p>
          <a:p>
            <a:r>
              <a:t>Je t’aime… moi non plus</a:t>
            </a:r>
          </a:p>
          <a:p>
            <a:r>
              <a:t>Written in one night, in 1967, for Brigitte Bardot — who begged him never to release it.</a:t>
            </a:r>
          </a:p>
          <a:p>
            <a:r>
              <a:t>A scandal that sells is not an accident. For Serge Gainsbourg it was a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Serge Gainsbourg — A Journey Through Provocation</a:t>
            </a:r>
          </a:p>
          <a:p>
            <a:r>
              <a:t>A failed painter. Lucien Ginsburg wanted to be a painter and believed he had no genius for it. He burned his canvases and turned to the art he despised: popular song.</a:t>
            </a:r>
          </a:p>
          <a:p>
            <a:r>
              <a:t>A face he hated. The ears, the nose, the heavy eyes. He called himself ugly all his life — and built an aesthetic, then a persona, then a monument out of that wound.</a:t>
            </a:r>
          </a:p>
          <a:p>
            <a:r>
              <a:t>The thread. Each scandal was staged, timed and exploited. The craft underneath was immaculate.</a:t>
            </a:r>
          </a:p>
          <a:p>
            <a:r>
              <a:t>He turned his fractures into a signature — and his signature into a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Man Who Hid</a:t>
            </a:r>
          </a:p>
          <a:p>
            <a:r>
              <a:t>A Yellow Star, a Painter’s Failure, and a Pianist in the Shadows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Founding Dates</a:t>
            </a:r>
          </a:p>
          <a:p>
            <a:r>
              <a:t>From the yellow star to the national funeral — and the wall that fans still cover in writing.</a:t>
            </a:r>
          </a:p>
          <a:p>
            <a:r>
              <a:t>The arc of a life in four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Yellow Star</a:t>
            </a:r>
          </a:p>
          <a:p>
            <a:r>
              <a:t>Joseph and Olga Ginsburg. Fled the Russian Civil War to Paris. The father plays piano in bars and casinos, and drills his twins — Lucien and Liliane — in Chopin and scales.</a:t>
            </a:r>
          </a:p>
          <a:p>
            <a:r>
              <a:t>1942. The boy is fourteen when he is made to wear the yellow star. He later says he wore it like a sheriff’s badge.</a:t>
            </a:r>
          </a:p>
          <a:p>
            <a:r>
              <a:t>What it leaves. A lifelong obsession with his own appearance, a fascination with uniforms and transgression — and the 1975 album Rock Around the Bunker, which turns the trauma into cabaret.</a:t>
            </a:r>
          </a:p>
          <a:p>
            <a:r>
              <a:t>He never spoke of the war with pathos. He wrote it into songs that made people uncomfortable.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Failed Painter</a:t>
            </a:r>
          </a:p>
          <a:p>
            <a:r>
              <a:t>The Académie Montmartre. He studies painting, meets Dalí, and holds painting above every other art. Song, to him, is a minor art — “an art for minors.”</a:t>
            </a:r>
          </a:p>
          <a:p>
            <a:r>
              <a:t>The verdict. Around thirty, he decides he will never be a great painter and destroys most of his work.</a:t>
            </a:r>
          </a:p>
          <a:p>
            <a:r>
              <a:t>The pianist in the shadows. To live, he plays piano in bars and the cabaret Milord l’Arsouille, behind Boris Vian. Vian’s cruel, elegant songs show him the way in.</a:t>
            </a:r>
          </a:p>
          <a:p>
            <a:r>
              <a:t>Académie Montmartre He studies painting, meets Dalí, and holds painting above every other art.</a:t>
            </a:r>
          </a:p>
          <a:p>
            <a:r>
              <a:t>Around thirty He decides he will never be a great painter and burns the canvases.</a:t>
            </a:r>
          </a:p>
          <a:p>
            <a:r>
              <a:t>“Song is a minor art” The verdict he repeated for the rest of his life — about the art he was good at.</a:t>
            </a:r>
          </a:p>
          <a:p>
            <a:r>
              <a:t>The minor art became his masterpiece. He never forgave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1958: Le Poinçonneur des Lilas</a:t>
            </a:r>
          </a:p>
          <a:p>
            <a:r>
              <a:t>A ticket-puncher in the Métro. A man who makes holes all day and dreams of one last hole — in his own head.</a:t>
            </a:r>
          </a:p>
          <a:p>
            <a:r>
              <a:t>The new name. Lucien becomes Serge — Russian, severe — and Ginsburg becomes Gainsbourg, after the English painter Gainsborough.</a:t>
            </a:r>
          </a:p>
          <a:p>
            <a:r>
              <a:t>Critics love it. The public does not. Too literary, too cold, too ugly for television.</a:t>
            </a:r>
          </a:p>
          <a:p>
            <a:r>
              <a:t>He arrived as an author, not a star. The star would have to be manufactured.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Writing for Others</a:t>
            </a:r>
          </a:p>
          <a:p>
            <a:r>
              <a:t>La Javanaise, 1963. Written overnight for Juliette Gréco after an evening of champagne. A waltz built on a play of syllables — the craft already perfect.</a:t>
            </a:r>
          </a:p>
          <a:p>
            <a:r>
              <a:t>Eurovision, 1965. Poupée de cire, poupée de son for seventeen-year-old France Gall wins for Luxembourg. Pop, yé-yé, and a lyric about a doll who sings what she is told.</a:t>
            </a:r>
          </a:p>
          <a:p>
            <a:r>
              <a:t>Les Sucettes, 1966. A song about a girl who loves aniseed lollipops. Gall sings it innocently; the double meaning is obvious to everyone else.</a:t>
            </a:r>
          </a:p>
          <a:p>
            <a:r>
              <a:t>La Javanaise Juliette Gréco, 1963</a:t>
            </a:r>
          </a:p>
          <a:p>
            <a:r>
              <a:t>Poupée de cire France Gall wins Eurovision, 1965</a:t>
            </a:r>
          </a:p>
          <a:p>
            <a:r>
              <a:t>Les Sucettes The lollipop song she did not understand, 1966</a:t>
            </a:r>
          </a:p>
          <a:p>
            <a:r>
              <a:t>The Method A scandal built on someone else's innocence</a:t>
            </a:r>
          </a:p>
          <a:p>
            <a:r>
              <a:t>The first scandal was built on someone else’s innocence. The pattern was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Art of Scandal</a:t>
            </a:r>
          </a:p>
          <a:p>
            <a:r>
              <a:t>Bardot, Birkin, Melody Nelson and a Reggae Marseillaise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1967–1968: Bardot, then Birkin</a:t>
            </a:r>
          </a:p>
          <a:p>
            <a:r>
              <a:t>Bardot. A disastrous first date, then a demand: the most beautiful love song he can imagine. In one night he writes Bonnie and Clyde and Je t’aime… moi non plus.</a:t>
            </a:r>
          </a:p>
          <a:p>
            <a:r>
              <a:t>Birkin. 1968, on the set of Slogan: a twenty-one-year-old English actress with a wicker basket and a gap-toothed smile. She records the song with him in 1969.</a:t>
            </a:r>
          </a:p>
          <a:p>
            <a:r>
              <a:t>The couple. For twelve years they are the most photographed couple in France. She is his muse, his voice and, as he would say, his masterpiece.</a:t>
            </a:r>
          </a:p>
          <a:p>
            <a:r>
              <a:t>The Bardot version is a duet of equals. The Birkin version is a scandal. He released the scandal.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1971: Histoire de Melody Nelson</a:t>
            </a:r>
          </a:p>
          <a:p>
            <a:r>
              <a:t>Twenty-eight minutes. A man in a Rolls-Royce knocks a red-haired girl off her bicycle.</a:t>
            </a:r>
          </a:p>
          <a:p>
            <a:r>
              <a:t>A commercial failure. Fewer than twenty thousand copies sold at the time.</a:t>
            </a:r>
          </a:p>
          <a:p>
            <a:r>
              <a:t>Why it matters. It is the proof, for anyone who doubted it, that the provocateur was first a composer and arranger of the highest rank.</a:t>
            </a:r>
          </a:p>
          <a:p>
            <a:r>
              <a:t>The record that failed is the one the musicians still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1979: Aux armes et cætera</a:t>
            </a:r>
          </a:p>
          <a:p>
            <a:r>
              <a:t>Kingston, Jamaica. Recorded with Sly and Robbie and Bob Marley’s backing singers.</a:t>
            </a:r>
          </a:p>
          <a:p>
            <a:r>
              <a:t>The reaction. Death threats. Former paratroopers promise to stop the Strasbourg concert of January 1980.</a:t>
            </a:r>
          </a:p>
          <a:p>
            <a:r>
              <a:t>The last word. In 1981 he buys Rouget de Lisle’s original manuscript at auction — and points out that the refrain is written “aux armes et cætera.”</a:t>
            </a:r>
          </a:p>
          <a:p>
            <a:r>
              <a:t>He insulted the anthem, then proved he knew it better than his accusers. That is the Gainsbourg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Gainsbarre</a:t>
            </a:r>
          </a:p>
          <a:p>
            <a:r>
              <a:t>The alter ego. After Birkin leaves in 1980 he invents “Gainsbarre”: unshaven, drunk, in a denim jacket, saying the unsayable on live television.</a:t>
            </a:r>
          </a:p>
          <a:p>
            <a:r>
              <a:t>11 March 1984. On a Sunday-evening programme he sets fire to a 500-franc note to protest taxation. Burning money is a crime.</a:t>
            </a:r>
          </a:p>
          <a:p>
            <a:r>
              <a:t>1986. Live on air, he tells Whitney Houston, in English, exactly what he would like to do to her. The host apologises.</a:t>
            </a:r>
          </a:p>
          <a:p>
            <a:r>
              <a:t>Gainsbourg Composer and arranger. Melody Nelson, the Bardot and Birkin songs, the craft.</a:t>
            </a:r>
          </a:p>
          <a:p>
            <a:r>
              <a:t>Gainsbarre Unshaven, drunk, on television. Burns a 500-franc note in 1984, propositions Whitney Houston in 1986.</a:t>
            </a:r>
          </a:p>
          <a:p>
            <a:r>
              <a:t>The character paid the bills and devoured the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Myth and the Shadow</a:t>
            </a:r>
          </a:p>
          <a:p>
            <a:r>
              <a:t>Lemon Incest, the Wall on Rue de Verneuil, and the Fabrication of a Legend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Shadow: Lemon Incest, 1984</a:t>
            </a:r>
          </a:p>
          <a:p>
            <a:r>
              <a:t>A duet with his daughter. Charlotte Gainsbourg is twelve. The melody is Chopin’s Étude No. 3.</a:t>
            </a:r>
          </a:p>
          <a:p>
            <a:r>
              <a:t>The defence. He insisted the song was about a love that is never consummated.</a:t>
            </a:r>
          </a:p>
          <a:p>
            <a:r>
              <a:t>What we do with it. Neither erase it nor excuse it. It belongs to the record, next to the genius.</a:t>
            </a:r>
          </a:p>
          <a:p>
            <a:r>
              <a:t>The provocateur knew exactly where the line was. That is why he crossed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Fabrication of a Myth</a:t>
            </a:r>
          </a:p>
          <a:p>
            <a:r>
              <a:t>He wrote the myth himself, then let France finish the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March 1991</a:t>
            </a:r>
          </a:p>
          <a:p>
            <a:r>
              <a:t>Rue de Verneuil. A fifth heart attack, at sixty-two. Fans gather at the door within hours and begin to write on the wall.</a:t>
            </a:r>
          </a:p>
          <a:p>
            <a:r>
              <a:t>The State speaks. President Mitterrand: “He was our Baudelaire, our Apollinaire. He elevated song to the level of art.” The provocateur is buried at Montparnasse, among the poets.</a:t>
            </a:r>
          </a:p>
          <a:p>
            <a:r>
              <a:t>The afterlife. Charlotte, Jane, Lulu; the house; the biopic; the samples. The man who said song was a minor art is now taught as literature.</a:t>
            </a:r>
          </a:p>
          <a:p>
            <a:r>
              <a:t>The ugliest man in French song became its most beautiful legend —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Sixty-Two Years in One Hour</a:t>
            </a:r>
          </a:p>
          <a:p>
            <a:r>
              <a:t>He asked to be remembered for the craft. He made sure we would remember the scandals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&amp; Further Reading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