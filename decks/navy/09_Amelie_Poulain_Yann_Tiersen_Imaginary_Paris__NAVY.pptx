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AMÉLIE POULAIN,</a:t>
            </a:r>
          </a:p>
          <a:p>
            <a:r>
              <a:t>YANN TIERSEN &amp; THE IMAGINARY PARIS</a:t>
            </a:r>
          </a:p>
          <a:p>
            <a:r>
              <a:t>The Postcard That Became a Pilgrimage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Instrument That Was Dead</a:t>
            </a:r>
          </a:p>
          <a:p>
            <a:r>
              <a:t>In the year 2000 the accordion is the sound of your grandparents’ Sunday, of bad films about Paris, of tourists at the foot of the Eiffel Tower.</a:t>
            </a:r>
          </a:p>
          <a:p>
            <a:r>
              <a:t>One year later, students in Tokyo, Berlin and Brooklyn are learning the accordion and the toy piano.</a:t>
            </a:r>
          </a:p>
          <a:p>
            <a:r>
              <a:t>A film gave an instrument back its dignity</a:t>
            </a:r>
          </a:p>
          <a:p>
            <a:r>
              <a:t>And gave a city a face it did not quite have — but that everyone now expects to find.</a:t>
            </a:r>
          </a:p>
          <a:p>
            <a:r>
              <a:t>Tonight: how a fairy tale about a shy waitress rewrote the world’s idea of Paris.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Journey Through a Dreamed Paris</a:t>
            </a:r>
          </a:p>
          <a:p>
            <a:r>
              <a:t>The film. Le Fabuleux Destin d’Amélie Poulain, Jean-Pierre Jeunet, April 2001. A young waitress in Montmartre secretly repairs the lives of the people around her.</a:t>
            </a:r>
          </a:p>
          <a:p>
            <a:r>
              <a:t>The music. Yann Tiersen, a Breton composer of melancholy instrumentals, whose records Jeunet discovered by accident in a car.</a:t>
            </a:r>
          </a:p>
          <a:p>
            <a:r>
              <a:t>The thread. Together they built a Paris with no graffiti, no traffic, no present tense — and the audience chose to believe it.</a:t>
            </a:r>
          </a:p>
          <a:p>
            <a:r>
              <a:t>The Paris of Amélie never existed. Which is exactly why millions came looking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Fairy-Tale Montmartre</a:t>
            </a:r>
          </a:p>
          <a:p>
            <a:r>
              <a:t>A Director’s Notebook, a Casting Gamble, and a Café on Rue Lepic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a Breton bedroom studio to a Broadway stage: the journey of a mood.</a:t>
            </a:r>
          </a:p>
          <a:p>
            <a:r>
              <a:t>The arc of a phenomenon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Jeunet’s Notebook</a:t>
            </a:r>
          </a:p>
          <a:p>
            <a:r>
              <a:t>The method. For years Jean-Pierre Jeunet collected tiny observations in notebooks: cracking the crust of a crème brûlée, skimming stones on a canal, plunging a hand into a sack of grain.</a:t>
            </a:r>
          </a:p>
          <a:p>
            <a:r>
              <a:t>The pedigree. Delicatessen (1991), The City of Lost Children (1995), then a bruising Hollywood experience on Alien: Resurrection (1997).</a:t>
            </a:r>
          </a:p>
          <a:p>
            <a:r>
              <a:t>The structure. A heroine who intervenes in strangers’ lives; a gallery of neighbours; a love story conducted through riddles.</a:t>
            </a:r>
          </a:p>
          <a:p>
            <a:r>
              <a:t>The film is made of the smallest possible units of happiness, assembled with obsessive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Gamble of the Casting</a:t>
            </a:r>
          </a:p>
          <a:p>
            <a:r>
              <a:t>Written for someone else. Jeunet wrote Amélie for the English actress Emily Watson. Her French was uncertain and her schedule was full; she withdrew.</a:t>
            </a:r>
          </a:p>
          <a:p>
            <a:r>
              <a:t>A poster in the street. Jeunet notices Audrey Tautou on the poster of Vénus Beauté (Institut). Within minutes of her audition he knows.</a:t>
            </a:r>
          </a:p>
          <a:p>
            <a:r>
              <a:t>What she brought. A silent-film face — enormous eyes, a bob, a gaze straight into the lens. The character becomes an icon before she speaks.</a:t>
            </a:r>
          </a:p>
          <a:p>
            <a:r>
              <a:t>Emily Watson The English actress the film was written for. Her French was uncertain; her schedule was full; she withdrew.</a:t>
            </a:r>
          </a:p>
          <a:p>
            <a:r>
              <a:t>Audrey Tautou A poster in the street for Vénus Beauté (Institut). Within minutes of her audition, the character had a face.</a:t>
            </a:r>
          </a:p>
          <a:p>
            <a:r>
              <a:t>The whole dreamed Paris rests on one face that the camera could not stop looking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Café des Deux Moulins</a:t>
            </a:r>
          </a:p>
          <a:p>
            <a:r>
              <a:t>Real places. The café at 15 rue Lepic; the grocer Collignon on rue des Trois Frères; the Lamarck–Caulaincourt Métro; the Sacré-Cœur; the Canal Saint-Martin; a photo booth at the Gare de l’Est.</a:t>
            </a:r>
          </a:p>
          <a:p>
            <a:r>
              <a:t>Cleaned by computer. Graffiti erased, cars removed, posters replaced, the sky repainted. Bruno Delbonnel’s camera and a digital grade in greens and reds turn Paris into a painted postcard.</a:t>
            </a:r>
          </a:p>
          <a:p>
            <a:r>
              <a:t>The result. Every location is real and none of them look like themselves. The audience cannot tell where the city ends and the dream begins.</a:t>
            </a:r>
          </a:p>
          <a:p>
            <a:r>
              <a:t>The café still stands. It now serves a crème brûlée named after the film to visitors from every continent.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Sound of a Dreamed Paris</a:t>
            </a:r>
          </a:p>
          <a:p>
            <a:r>
              <a:t>Yann Tiersen, a Toy Piano, and the Return of the Accordion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CD in a Car</a:t>
            </a:r>
          </a:p>
          <a:p>
            <a:r>
              <a:t>Brest, 1970. Yann Tiersen trains as a classical violinist and pianist, breaks his violin in a rock phase, and begins recording alone in his flat with whatever instruments he can find.</a:t>
            </a:r>
          </a:p>
          <a:p>
            <a:r>
              <a:t>The accident. A production assistant plays a Tiersen record in the car on the way to a location scout.</a:t>
            </a:r>
          </a:p>
          <a:p>
            <a:r>
              <a:t>The score. Mostly existing pieces from Rue des Cascades (1996), Le Phare (1998) and L’Absente (2001), plus new ones written in a few weeks — including La Valse d’Amélie and Comptine d’un autre été.</a:t>
            </a:r>
          </a:p>
          <a:p>
            <a:r>
              <a:t>The music was not written for the film. The film was cut to the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Accordion Restored</a:t>
            </a:r>
          </a:p>
          <a:p>
            <a:r>
              <a:t>Before. In France the accordion is bal musette, the 1930s, something between folklore and embarrassment. No young musician would be seen with one.</a:t>
            </a:r>
          </a:p>
          <a:p>
            <a:r>
              <a:t>After. Tiersen plays it like a minimalist — repeated figures, a child’s harmonium, a toy piano, a melodica, bicycle wheels.</a:t>
            </a:r>
          </a:p>
          <a:p>
            <a:r>
              <a:t>The Césars. Best Music, 2002. Tiersen, uneasy with the fame, spends the next decades moving as far from Amélie as possible — to Ushant, to electronics, to Breton.</a:t>
            </a:r>
          </a:p>
          <a:p>
            <a:r>
              <a:t>He gave the accordion back its respectability — and spent twenty years trying to escape the gift.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Travelling Gnome</a:t>
            </a:r>
          </a:p>
          <a:p>
            <a:r>
              <a:t>In the film. Amélie steals her widowed father’s garden gnome and has a flight-attendant friend photograph it in front of monuments around the world, to persuade him to travel.</a:t>
            </a:r>
          </a:p>
          <a:p>
            <a:r>
              <a:t>Outside the film. Gnome-napping pranks had existed since the 1980s. The film turned them into a worldwide ritual — and an American travel company adopted a Roaming Gnome as its mascot.</a:t>
            </a:r>
          </a:p>
          <a:p>
            <a:r>
              <a:t>What it tells us. The film’s small ideas were so portable that they left the cinema and became behaviour.</a:t>
            </a:r>
          </a:p>
          <a:p>
            <a:r>
              <a:t>A stolen gnome Amélie’s father’s, taken from the garden</a:t>
            </a:r>
          </a:p>
          <a:p>
            <a:r>
              <a:t>A flight-attendant friend Photographs from Moscow, New York, Cambodia</a:t>
            </a:r>
          </a:p>
          <a:p>
            <a:r>
              <a:t>A cinema audience Millions who had never heard of gnome-napping</a:t>
            </a:r>
          </a:p>
          <a:p>
            <a:r>
              <a:t>A worldwide habit Travel agencies, a Roaming Gnome, a thousand imitations</a:t>
            </a:r>
          </a:p>
          <a:p>
            <a:r>
              <a:t>Amélie exported not just a Paris, but a way of playing with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</a:t>
            </a:r>
          </a:p>
          <a:p>
            <a:r>
              <a:t>France. Eight and a half million tickets in 2001 — the top French film of the year.</a:t>
            </a:r>
          </a:p>
          <a:p>
            <a:r>
              <a:t>America. More than thirty-three million dollars at the US box office — then the highest ever for a French film — and roughly 174 million worldwide.</a:t>
            </a:r>
          </a:p>
          <a:p>
            <a:r>
              <a:t>The Academy. Five Oscar nominations in 2002: Foreign Language Film, Original Screenplay, Cinematography, Art Direction, Sound. It won none; it did not need to.</a:t>
            </a:r>
          </a:p>
          <a:p>
            <a:r>
              <a:t>France Eight and a half million tickets in 2001 — the year’s top French film. Thirteen César nominations.</a:t>
            </a:r>
          </a:p>
          <a:p>
            <a:r>
              <a:t>America More than thirty-three million dollars at the US box office — the highest ever for a French film.</a:t>
            </a:r>
          </a:p>
          <a:p>
            <a:r>
              <a:t>The Academy Five Oscar nominations in 2002. It won none; it did not need to.</a:t>
            </a:r>
          </a:p>
          <a:p>
            <a:r>
              <a:t>Cannes had turned the film down. The world did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Eternal Return</a:t>
            </a:r>
          </a:p>
          <a:p>
            <a:r>
              <a:t>The Postcard, the Critique, and the Paris the Audience Still Hopes to Visit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Critique: Whose Paris?</a:t>
            </a:r>
          </a:p>
          <a:p>
            <a:r>
              <a:t>The charge. In Libération, the critic Serge Kaganski accused the film of a sanitised, nostalgic Paris — a Montmartre scrubbed of immigrants, of 2001, of reality — and called the vision reactionary.</a:t>
            </a:r>
          </a:p>
          <a:p>
            <a:r>
              <a:t>The defence. Jeunet answered that it was a fairy tale, not a documentary; that nostalgia is a legitimate colour; that every great Paris film invented its own city.</a:t>
            </a:r>
          </a:p>
          <a:p>
            <a:r>
              <a:t>Why it matters. The debate is the subject: a country arguing about which Paris it wants the world to see — and the world choosing the postcard.</a:t>
            </a:r>
          </a:p>
          <a:p>
            <a:r>
              <a:t>The dream was never innocent. It was a choice — and an extraordinarily successful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Postcard Industry</a:t>
            </a:r>
          </a:p>
          <a:p>
            <a:r>
              <a:t>The audience does not want the real Paris. It wants the one it has already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Twenty-Five Years On</a:t>
            </a:r>
          </a:p>
          <a:p>
            <a:r>
              <a:t>Broadway, 2017. Amélie, A New Musical, with Phillipa Soo. A modest run — but proof that the story travels without Montmartre, without Tautou, without Tiersen.</a:t>
            </a:r>
          </a:p>
          <a:p>
            <a:r>
              <a:t>The re-releases. Restored editions return to cinemas for the twentieth anniversary; the soundtrack remains among the best-selling film scores of the century.</a:t>
            </a:r>
          </a:p>
          <a:p>
            <a:r>
              <a:t>The question for tonight. When you picture Paris — the café, the accordion, the green light, the girl with the bob — ask where the picture came from.</a:t>
            </a:r>
          </a:p>
          <a:p>
            <a:r>
              <a:t>The dreamed Paris outlived its decade. It is now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Dreamed Paris in One Hour</a:t>
            </a:r>
          </a:p>
          <a:p>
            <a:r>
              <a:t>Amélie did not film Paris. It filmed the Paris you were hoping for — and made it the one you will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