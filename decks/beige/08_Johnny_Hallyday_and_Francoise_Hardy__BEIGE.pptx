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JOHNNY HALLYDAY</a:t>
            </a:r>
          </a:p>
          <a:p>
            <a:r>
              <a:t>&amp; FRANÇOISE HARDY</a:t>
            </a:r>
          </a:p>
          <a:p>
            <a:r>
              <a:t>The Yéyé Explosion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Night Paris Was Afraid of Its Children</a:t>
            </a:r>
          </a:p>
          <a:p>
            <a:r>
              <a:t>22 June 1963, Place de la Nation. A free concert to celebrate a radio show’s birthday. The organisers expect twenty thousand.</a:t>
            </a:r>
          </a:p>
          <a:p>
            <a:r>
              <a:t>More than a hundred and fifty thousand teenagers come. Cars are overturned. The press speaks of riots.</a:t>
            </a:r>
          </a:p>
          <a:p>
            <a:r>
              <a:t>A sociologist invents a word for them: yé-yé</a:t>
            </a:r>
          </a:p>
          <a:p>
            <a:r>
              <a:t>Edgar Morin, in Le Monde, two weeks later. France has just discovered it has a youth.</a:t>
            </a:r>
          </a:p>
          <a:p>
            <a:r>
              <a:t>A generation imported American rock — and sent something new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Children of the Same Paris</a:t>
            </a:r>
          </a:p>
          <a:p>
            <a:r>
              <a:t>Born seven months apart, in the same arrondissement. Jean-Philippe Smet, June 1943, and Françoise Hardy, January 1944 — both in the 9th, both abandoned by their fathers, both raised by women.</a:t>
            </a:r>
          </a:p>
          <a:p>
            <a:r>
              <a:t>Two opposite answers. He becomes the rock animal: leather, sweat, the stage as a boxing ring.</a:t>
            </a:r>
          </a:p>
          <a:p>
            <a:r>
              <a:t>One desire. A baby-boom generation wants a music of its own, in its own language. Both give it to them — and then outlive the fashion that made them.</a:t>
            </a:r>
          </a:p>
          <a:p>
            <a:r>
              <a:t>Two faces of the yéyé years: the shout and the murmur.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Birth of a Youth</a:t>
            </a:r>
          </a:p>
          <a:p>
            <a:r>
              <a:t>Elvis, a Transistor Radio, and a Magazine Called Salut les Copains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a borrowed American name to a national funeral: the arc of yé-yé.</a:t>
            </a:r>
          </a:p>
          <a:p>
            <a:r>
              <a:t>The arc of a generation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France at the Turn of the 1960s</a:t>
            </a:r>
          </a:p>
          <a:p>
            <a:r>
              <a:t>The numbers. The post-war boom produces the largest generation of teenagers France has ever had — with pocket money, school until sixteen, and no war in sight.</a:t>
            </a:r>
          </a:p>
          <a:p>
            <a:r>
              <a:t>The device. The transistor radio. For the first time a young person can listen alone, in a bedroom, to a station chosen by them.</a:t>
            </a:r>
          </a:p>
          <a:p>
            <a:r>
              <a:t>The gap. French song belongs to adults: Brassens, Brel, Piaf, Aznavour. American rock exists only in English.</a:t>
            </a:r>
          </a:p>
          <a:p>
            <a:r>
              <a:t>The baby boom The largest generation of teenagers France has ever had</a:t>
            </a:r>
          </a:p>
          <a:p>
            <a:r>
              <a:t>The transistor radio A station in a bedroom, 1959</a:t>
            </a:r>
          </a:p>
          <a:p>
            <a:r>
              <a:t>Elvis American rock, in English, on Europe 1</a:t>
            </a:r>
          </a:p>
          <a:p>
            <a:r>
              <a:t>Yé-yé A youth that needed a sound</a:t>
            </a:r>
          </a:p>
          <a:p>
            <a:r>
              <a:t>The audience was ready before the artists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Jean-Philippe Smet Becomes Johnny</a:t>
            </a:r>
          </a:p>
          <a:p>
            <a:r>
              <a:t>A boy raised backstage. The Belgian father leaves within months.</a:t>
            </a:r>
          </a:p>
          <a:p>
            <a:r>
              <a:t>1957: Loving You. He sees Elvis Presley in a cinema and decides, at fourteen, what he will be.</a:t>
            </a:r>
          </a:p>
          <a:p>
            <a:r>
              <a:t>1960–61. A first record, a first TV appearance, and concerts where seats are torn out.</a:t>
            </a:r>
          </a:p>
          <a:p>
            <a:r>
              <a:t>He did not invent French rock. He was the first to make France believe it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Françoise Hardy — A Girl in Her Room</a:t>
            </a:r>
          </a:p>
          <a:p>
            <a:r>
              <a:t>Rue d’Aumale. A strict mother, an absent and married father, a younger sister, a convent school.</a:t>
            </a:r>
          </a:p>
          <a:p>
            <a:r>
              <a:t>November 1961. She answers a small ad from Vogue Records and is signed.</a:t>
            </a:r>
          </a:p>
          <a:p>
            <a:r>
              <a:t>28 October 1962. Tous les garçons et les filles is broadcast on television between the results of a national referendum.</a:t>
            </a:r>
          </a:p>
          <a:p>
            <a:r>
              <a:t>Where Johnny shouted, she confided. Both were saying the same thing: nobody loves us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Salut les Copains</a:t>
            </a:r>
          </a:p>
          <a:p>
            <a:r>
              <a:t>The show. Daniel Filipacchi and Frank Ténot, Europe 1, every evening at five.</a:t>
            </a:r>
          </a:p>
          <a:p>
            <a:r>
              <a:t>The magazine, July 1962. A glossy monthly with posters, lyrics and photographs by Jean-Marie Périer. It sells a million copies within a year.</a:t>
            </a:r>
          </a:p>
          <a:p>
            <a:r>
              <a:t>The system. Radio, press, records and photographs owned or steered by the same people.</a:t>
            </a:r>
          </a:p>
          <a:p>
            <a:r>
              <a:t>The generation thought it had found a voice. It had also been found by a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Explosion</a:t>
            </a:r>
          </a:p>
          <a:p>
            <a:r>
              <a:t>The Concert, the Photograph, and the Invention of a French Pop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June 1963: Place de la Nation</a:t>
            </a:r>
          </a:p>
          <a:p>
            <a:r>
              <a:t>The plan. A free open-air concert for the first anniversary of the magazine. Johnny, Sylvie Vartan, Richard Anthony, Les Chats Sauvages.</a:t>
            </a:r>
          </a:p>
          <a:p>
            <a:r>
              <a:t>The night. Estimates run from a hundred and fifty to two hundred thousand. Trees climbed, cars crushed, dozens of arrests.</a:t>
            </a:r>
          </a:p>
          <a:p>
            <a:r>
              <a:t>The word. Edgar Morin, in Le Monde on 6 and 7 July, analyses the crowd and names the phenomenon after its refrain: yé-yé.</a:t>
            </a:r>
          </a:p>
          <a:p>
            <a:r>
              <a:t>France discovered, in one evening, that it had a youth — and that the youth had a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Photograph of a Generation</a:t>
            </a:r>
          </a:p>
          <a:p>
            <a:r>
              <a:t>Forty-six faces. Johnny, Sylvie, Françoise, Dutronc, Gall, Sheila, Eddy Mitchell, Claude François — photographed together for Salut les copains in a single frame.</a:t>
            </a:r>
          </a:p>
          <a:p>
            <a:r>
              <a:t>What it fixes. A moment when the whole of French pop could stand in one courtyard. Many are not yet twenty-five.</a:t>
            </a:r>
          </a:p>
          <a:p>
            <a:r>
              <a:t>What it hides. The quarrels, the rivalries, the business behind the smiles — and the fact that within three years the fashion will have passed.</a:t>
            </a:r>
          </a:p>
          <a:p>
            <a:r>
              <a:t>6–7 July 1963 Edgar Morin, in Le Monde, names the phenomenon after its refrain.</a:t>
            </a:r>
          </a:p>
          <a:p>
            <a:r>
              <a:t>April 1966 Jean-Marie Périer gathers forty-six faces in one courtyard for Salut les copains.</a:t>
            </a:r>
          </a:p>
          <a:p>
            <a:r>
              <a:t>Seven years That is how long yé-yé lasted. The photograph made it look eternal.</a:t>
            </a:r>
          </a:p>
          <a:p>
            <a:r>
              <a:t>Yé-yé lasted about seven years. The photograph made it look eternal.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Rock Animal</a:t>
            </a:r>
          </a:p>
          <a:p>
            <a:r>
              <a:t>The body. He does not sing a concert; he survives it. Knees on the floor, shirt torn, a voice that grows larger with each decade.</a:t>
            </a:r>
          </a:p>
          <a:p>
            <a:r>
              <a:t>The scale. Parc des Princes 1993, Stade de France 1998 — three nights, 240,000 people — the Eiffel Tower in 2000.</a:t>
            </a:r>
          </a:p>
          <a:p>
            <a:r>
              <a:t>The paradox. He sings American music, rides Harley-Davidsons, lives in Los Angeles — and never breaks through in the United States.</a:t>
            </a:r>
          </a:p>
          <a:p>
            <a:r>
              <a:t>“The idol of the young” grew old with his public and never once lowered his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Melancholy Icon</a:t>
            </a:r>
          </a:p>
          <a:p>
            <a:r>
              <a:t>The look. Courrèges, Paco Rabanne, Yves Saint Laurent dress her.</a:t>
            </a:r>
          </a:p>
          <a:p>
            <a:r>
              <a:t>The retreat. Stage fright is unbearable.</a:t>
            </a:r>
          </a:p>
          <a:p>
            <a:r>
              <a:t>The songs. Comment te dire adieu (1968, lyrics by Gainsbourg), Message personnel (1973, Michel Berger), La question (1971).</a:t>
            </a:r>
          </a:p>
          <a:p>
            <a:r>
              <a:t>She exported a French idea of cool without ever raising her voice — or leaving her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Legacy</a:t>
            </a:r>
          </a:p>
          <a:p>
            <a:r>
              <a:t>What a Generation Imported — and What It Sent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Opposite Lives, One Legacy</a:t>
            </a:r>
          </a:p>
          <a:p>
            <a:r>
              <a:t>The shout and the murmur: both still playing, sixty years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December 2017</a:t>
            </a:r>
          </a:p>
          <a:p>
            <a:r>
              <a:t>The procession. Seven hundred motorcycles lead the hearse from the Arc de Triomphe to the Madeleine. A million people line the avenue in the cold.</a:t>
            </a:r>
          </a:p>
          <a:p>
            <a:r>
              <a:t>The State. The President of the Republic speaks on the church steps: “a part of France.” The man once called a hooligan is given the farewell of a head of state.</a:t>
            </a:r>
          </a:p>
          <a:p>
            <a:r>
              <a:t>The afterlife. Buried on the island of Saint-Barthélemy.</a:t>
            </a:r>
          </a:p>
          <a:p>
            <a:r>
              <a:t>Johnny — the public monument Seven hundred bikers lead the hearse. The President speaks on the church steps.</a:t>
            </a:r>
          </a:p>
          <a:p>
            <a:r>
              <a:t>Françoise — the private legend Dies 11 June 2024, aged eighty. No parade.</a:t>
            </a:r>
          </a:p>
          <a:p>
            <a:r>
              <a:t>He was the only thing three generations of French people could sing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Years in One Hour</a:t>
            </a:r>
          </a:p>
          <a:p>
            <a:r>
              <a:t>They imported American rock. What they sent back was a French idea of cool.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