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DELON PARADOX</a:t>
            </a:r>
          </a:p>
          <a:p>
            <a:r>
              <a:t>The Frenchman Who Conquered American Cinema Without Ever Leaving France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Cool Antihero</a:t>
            </a:r>
          </a:p>
          <a:p>
            <a:r>
              <a:t>Pulp Fiction. Drive. John Wick. Any film by Michael Mann. Raise your hand if you have seen one.</a:t>
            </a:r>
          </a:p>
          <a:p>
            <a:r>
              <a:t>The silent, impossibly cool loner. Few words, precise gestures, a private code — he kills without raising his voice.</a:t>
            </a:r>
          </a:p>
          <a:p>
            <a:r>
              <a:t>That figure has a birthplace. It is not Hollywood.</a:t>
            </a:r>
          </a:p>
          <a:p>
            <a:r>
              <a:t>It is Paris, in the person of one man.</a:t>
            </a:r>
          </a:p>
          <a:p>
            <a:r>
              <a:t>The cool you admire on screen is not a natural fact of cinema. It has an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Alain Delon — A Journey Through the Paradox</a:t>
            </a:r>
          </a:p>
          <a:p>
            <a:r>
              <a:t>Far more than a matinee idol. Not only a trench coat and a pair of famous blue eyes: a man who invented a character called “Alain Delon” and then spent sixty years disappearing into it.</a:t>
            </a:r>
          </a:p>
          <a:p>
            <a:r>
              <a:t>The arc. From foster homes and a butcher’s shop in the Paris suburbs to the deck of a yacht in the Mediterranean sun; from a colonial war to the red carpet at Cannes; from the Paris underworld to the pantheon of world cinema.</a:t>
            </a:r>
          </a:p>
          <a:p>
            <a:r>
              <a:t>The paradox. Hollywood offered him everything — a seven-year contract. He said no.</a:t>
            </a:r>
          </a:p>
          <a:p>
            <a:r>
              <a:t>He conquered American cinema precisely by refusing to join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Birth of a Face</a:t>
            </a:r>
          </a:p>
          <a:p>
            <a:r>
              <a:t>The Story of a Boy Who Invented Himself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Four dates like chapters of a novel — the rhythm of the whole conference.</a:t>
            </a:r>
          </a:p>
          <a:p>
            <a:r>
              <a:t>The arc of a life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French Cinema at Mid-Century</a:t>
            </a:r>
          </a:p>
          <a:p>
            <a:r>
              <a:t>The mid-1950s. France is rebuilding after the Occupation. Its reigning male stars: Jean Gabin, the granite-faced patriarch; Gérard Philipe, the luminous romantic; Jean Marais, the noble profile.</a:t>
            </a:r>
          </a:p>
          <a:p>
            <a:r>
              <a:t>A new kind of face. Beautiful in a way that feels almost dangerous. It gives nothing away.</a:t>
            </a:r>
          </a:p>
          <a:p>
            <a:r>
              <a:t>Neither comparison captures it. Behind the beauty, you sense something cold, watchful, and possibly cruel.</a:t>
            </a:r>
          </a:p>
          <a:p>
            <a:r>
              <a:t>The reigning men Gabin, Fernandel, Montand, Philippe — the fathers and the gentlemen of the Fourth Republic.</a:t>
            </a:r>
          </a:p>
          <a:p>
            <a:r>
              <a:t>The new face A beauty that reads as a threat. No training, no theatre, no apology.</a:t>
            </a:r>
          </a:p>
          <a:p>
            <a:r>
              <a:t>Delon’s face broke the existing mould of French male stardom.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Chaotic Childhood — The Boy Nobody Kept</a:t>
            </a:r>
          </a:p>
          <a:p>
            <a:r>
              <a:t>8 November 1935, Sceaux. Father Fabien, a cinema projectionist; mother Édith, a pharmacy worker. Divorced when Alain is four; each starts a new family.</a:t>
            </a:r>
          </a:p>
          <a:p>
            <a:r>
              <a:t>Handed around. A foster father who is a prison warder — a boy growing up in the shadow of a prison. Then shuttled between households.</a:t>
            </a:r>
          </a:p>
          <a:p>
            <a:r>
              <a:t>The plan. A vocational certificate as a charcutier, then his stepfather’s butcher shop in Bourg-la-Reine. He earned the certificate.</a:t>
            </a:r>
          </a:p>
          <a:p>
            <a:r>
              <a:t>The man who would play princes and cold professionals was raised to sell sausages — and felt he had been born into the wrong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Indochina and the Return</a:t>
            </a:r>
          </a:p>
          <a:p>
            <a:r>
              <a:t>Seventeen, desperate to escape. He enlists in the French Navy and is sent to Saigon, into the final years of the First Indochina War.</a:t>
            </a:r>
          </a:p>
          <a:p>
            <a:r>
              <a:t>Home in 1956. Discharged and penniless. Odd jobs — waiter, porter, salesman — and the nocturnal city: Saint-Germain-des-Prés, but also Pigalle and Les Halles, the fringes of the Paris underworld.</a:t>
            </a:r>
          </a:p>
          <a:p>
            <a:r>
              <a:t>Not a colorful detail. That proximity to organized crime follows Delon for the rest of his life — and returns, with a vengeance, in Part 3.</a:t>
            </a:r>
          </a:p>
          <a:p>
            <a:r>
              <a:t>The childhood and the war are the raw material. The turn is coming — and it is the hinge of the entire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1957: The Man Who Said No to Hollywood</a:t>
            </a:r>
          </a:p>
          <a:p>
            <a:r>
              <a:t>Cannes, 1957. Jean-Claude Brialy brings him to the Festival. Delon is not an actor — no training, no ambition.</a:t>
            </a:r>
          </a:p>
          <a:p>
            <a:r>
              <a:t>Henry Willson notices. The scout who discovered Rock Hudson sends him to Rome for a screen test — for David O. Selznick, producer of Gone with the Wind.</a:t>
            </a:r>
          </a:p>
          <a:p>
            <a:r>
              <a:t>And Alain Delon says no. He stays in France, encouraged by Yves Allégret, who gives him his first real role: When the Woman Meddles (1957) — already a young gangster.</a:t>
            </a:r>
          </a:p>
          <a:p>
            <a:r>
              <a:t>“The man who would become one of the deepest influences on American cinema began his career by turning American cinema down.”</a:t>
            </a:r>
          </a:p>
          <a:p>
            <a:r>
              <a:t>“The man who would become one of the deepest influences on American cinema began his career by turning American cinema down.”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1960: The Star Is Born</a:t>
            </a:r>
          </a:p>
          <a:p>
            <a:r>
              <a:t>Plein Soleil — Purple Noon. René Clément casts Delon in an adaptation of Patricia Highsmith’s The Talented Mr. Ripley.</a:t>
            </a:r>
          </a:p>
          <a:p>
            <a:r>
              <a:t>A beautiful monster. Tom Ripley falls in love with a playboy’s life — the yacht, the money, the girl, the sun — murders him and assumes his identity. Delon plays him with a stillness that is genuinely frightening.</a:t>
            </a:r>
          </a:p>
          <a:p>
            <a:r>
              <a:t>The strangeness of it. A French actor becomes an international star playing an American antihero, written by an American novelist, on the Italian coast. The paradox is already at work.</a:t>
            </a:r>
          </a:p>
          <a:p>
            <a:r>
              <a:t>Clément films evil in full daylight — which is why the French title means “Full Sun.”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Cross-Atlantic Mirror</a:t>
            </a:r>
          </a:p>
          <a:p>
            <a:r>
              <a:t>You already know this character. Dennis Hopper for Wim Wenders in 1977. Matt Damon in Anthony Minghella’s 1999 version.</a:t>
            </a:r>
          </a:p>
          <a:p>
            <a:r>
              <a:t>The payoff. Forty years before Matt Damon, a young Frenchman defined the role so completely that Patricia Highsmith herself called Delon her perfect Ripley.</a:t>
            </a:r>
          </a:p>
          <a:p>
            <a:r>
              <a:t>Remember. The template for every beautiful, ambiguous con man on an American screen was set on a French one, in 1960, by a former sailor who had turned Hollywood down three years earlier.</a:t>
            </a:r>
          </a:p>
          <a:p>
            <a:r>
              <a:t>The first American bridge — and it is load-bearing.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Visconti and World Stardom</a:t>
            </a:r>
          </a:p>
          <a:p>
            <a:r>
              <a:t>Every door opens. Luchino Visconti casts him in Rocco and His Brothers (1960); then The Leopard (1963), a dashing aristocrat opposite Burt Lancaster and Claudia Cardinale. The top prize at Cannes.</a:t>
            </a:r>
          </a:p>
          <a:p>
            <a:r>
              <a:t>The opposite of fame’s logic. Courted again by Hollywood, he tries a few American films. They come to nothing.</a:t>
            </a:r>
          </a:p>
          <a:p>
            <a:r>
              <a:t>Master, not supporting player. That decision leads him, four years later, to the role that will echo across world cinema for half a century. Which brings us to the heart of the story: the mask.</a:t>
            </a:r>
          </a:p>
          <a:p>
            <a:r>
              <a:t>Delon turns his back on Hollywood a second time — and walks straight into the role Hollywood will imitate.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Mask</a:t>
            </a:r>
          </a:p>
          <a:p>
            <a:r>
              <a:t>How Delon and Jean-Pierre Melville Invented the Coolest Man in Cinema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Jean-Pierre Melville</a:t>
            </a:r>
          </a:p>
          <a:p>
            <a:r>
              <a:t>Grumbach, 1917. A Resistance veteran who renames himself after Herman Melville, wears a Stetson and dark glasses indoors, and builds his own studio in Paris to make films his way.</a:t>
            </a:r>
          </a:p>
          <a:p>
            <a:r>
              <a:t>The godfather of the New Wave. Godard puts him in Breathless. Yet Melville wants something colder than the New Wave: American gangster films stripped to their skeleton.</a:t>
            </a:r>
          </a:p>
          <a:p>
            <a:r>
              <a:t>The meeting. In 1967 he brings Delon a script. Delon reads it in silence, then asks the title.</a:t>
            </a:r>
          </a:p>
          <a:p>
            <a:r>
              <a:t>Two men who loved America, who would together give America its most imitated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Samouraï, 1967 — Jef Costello</a:t>
            </a:r>
          </a:p>
          <a:p>
            <a:r>
              <a:t>The room. A grey apartment, a bed, a birdcage with a bullfinch, a trench coat, a fedora adjusted in the mirror. Barely a word spoken for the first ten minutes.</a:t>
            </a:r>
          </a:p>
          <a:p>
            <a:r>
              <a:t>The code. A hired killer who lives by rules of his own, is betrayed by his employers, and chooses his own ending.</a:t>
            </a:r>
          </a:p>
          <a:p>
            <a:r>
              <a:t>The mask. Delon’s face does nothing — and the audience projects everything onto it. The less he gives, the more we watch.</a:t>
            </a:r>
          </a:p>
          <a:p>
            <a:r>
              <a:t>Silence as a performance. Stillness as power. An archetype in a trench coat.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Cercle Rouge, 1970</a:t>
            </a:r>
          </a:p>
          <a:p>
            <a:r>
              <a:t>The cast. Delon, Bourvil in his last role, Yves Montand as an alcoholic ex-policeman, Gian Maria Volonté as the escaped convict. Melville’s biggest hit.</a:t>
            </a:r>
          </a:p>
          <a:p>
            <a:r>
              <a:t>Twenty-five minutes. A jewel robbery on the Place Vendôme filmed entirely without dialogue. White gloves, a tripod, a single rifle shot.</a:t>
            </a:r>
          </a:p>
          <a:p>
            <a:r>
              <a:t>Un flic, 1972. The third and last Melville–Delon film, with Catherine Deneuve. Melville dies the following year, at fifty-five.</a:t>
            </a:r>
          </a:p>
          <a:p>
            <a:r>
              <a:t>Melville Grumbach, 1917, the man who wore the Stetson</a:t>
            </a:r>
          </a:p>
          <a:p>
            <a:r>
              <a:t>A trench coat and a hat The costume as a code</a:t>
            </a:r>
          </a:p>
          <a:p>
            <a:r>
              <a:t>Silence Twenty-five minutes of heist without dialogue</a:t>
            </a:r>
          </a:p>
          <a:p>
            <a:r>
              <a:t>The template The cool Hollywood copied for fifty years</a:t>
            </a:r>
          </a:p>
          <a:p>
            <a:r>
              <a:t>Three films in five years that American directors are still copying shot for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Producer, Star, Brand</a:t>
            </a:r>
          </a:p>
          <a:p>
            <a:r>
              <a:t>La Piscine, 1969. Jacques Deray, Romy Schneider, a villa above Saint-Tropez and a swimming pool. The former fiancés reunited on screen; the summer of French cool.</a:t>
            </a:r>
          </a:p>
          <a:p>
            <a:r>
              <a:t>Borsalino, 1970. Delon produces and stars opposite Belmondo. 1930s Marseille, two gangsters, a legal battle over billing.</a:t>
            </a:r>
          </a:p>
          <a:p>
            <a:r>
              <a:t>Monsieur Klein, 1976. Joseph Losey’s film about a Parisian art dealer mistaken for a Jew under the Occupation. Produced by Delon.</a:t>
            </a:r>
          </a:p>
          <a:p>
            <a:r>
              <a:t>He controlled the image, the money and the myth. Few actors have ever owned themselves so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American Echo</a:t>
            </a:r>
          </a:p>
          <a:p>
            <a:r>
              <a:t>The man who said no to Hollywood became the template Hollywood could not stop remaking.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Myth and the Shadow</a:t>
            </a:r>
          </a:p>
          <a:p>
            <a:r>
              <a:t>The Legend Delon Built — and the Darkness It Concealed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1968: The Marković Affair</a:t>
            </a:r>
          </a:p>
          <a:p>
            <a:r>
              <a:t>October 1968. The body of Stevan Marković, Delon’s Yugoslav bodyguard and friend, is found in a rubbish dump near Paris. A letter he left names Delon in case of his death.</a:t>
            </a:r>
          </a:p>
          <a:p>
            <a:r>
              <a:t>The scandal. Rumours of parties and photographs reach the future President Pompidou and his wife. Delon is questioned; his friend, the gangster François Marcantoni, is charged.</a:t>
            </a:r>
          </a:p>
          <a:p>
            <a:r>
              <a:t>What it fixed. The underworld proximity of the Pigalle years was no longer rumour. From now on the mask and the shadow would be inseparable.</a:t>
            </a:r>
          </a:p>
          <a:p>
            <a:r>
              <a:t>The Republic itself was shaken by a scandal that began in Alain Delon’s household.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Women, the Sons, the Silence</a:t>
            </a:r>
          </a:p>
          <a:p>
            <a:r>
              <a:t>Romy Schneider. Engaged in 1959, left in 1964 with a note and a bouquet of roses. Reunited for La Piscine.</a:t>
            </a:r>
          </a:p>
          <a:p>
            <a:r>
              <a:t>Nathalie, Mireille, Rosalie. A marriage to Nathalie Delon and a son, Anthony. Fifteen years with Mireille Darc.</a:t>
            </a:r>
          </a:p>
          <a:p>
            <a:r>
              <a:t>Ari Boulogne. Born in 1962 to the singer Nico, raised by Delon’s own mother, never recognised by Delon. He died in 2023, still asking for the name.</a:t>
            </a:r>
          </a:p>
          <a:p>
            <a:r>
              <a:t>The icon of self-possession left behind a family that could not agree on anything — least of all on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Politics of a Mask</a:t>
            </a:r>
          </a:p>
          <a:p>
            <a:r>
              <a:t>The convictions he kept. A declared admirer of the death penalty, a friend of Jean-Marie Le Pen, remarks in 2013 calling homosexuality “against nature.” He never apologised for any of it.</a:t>
            </a:r>
          </a:p>
          <a:p>
            <a:r>
              <a:t>Cannes, 2019. An honorary Palme d’Or. A petition of more than twenty thousand signatures tries to stop it.</a:t>
            </a:r>
          </a:p>
          <a:p>
            <a:r>
              <a:t>How to hold it. Not “the man is separate from the work.” Not “the opinions cancel the films.” One life, one face, both things true.</a:t>
            </a:r>
          </a:p>
          <a:p>
            <a:r>
              <a:t>The man who perfected silence on screen said far too much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Japan, the Brand, and the Mirror</a:t>
            </a:r>
          </a:p>
          <a:p>
            <a:r>
              <a:t>Tokyo. In Japan he was, for decades, the Western face: cigarettes, perfume, watches and eyewear under his own name. Melville’s samurai had come home.</a:t>
            </a:r>
          </a:p>
          <a:p>
            <a:r>
              <a:t>The Netflix mirror. In 2024 Andrew Scott plays Tom Ripley in black and white. Critics reach, once again, for Purple Noon and the twenty-four-year-old who defined the role.</a:t>
            </a:r>
          </a:p>
          <a:p>
            <a:r>
              <a:t>The afterlife. He is quoted every time a silent man in a good coat walks across an American screen. Most of the audience has never heard his name.</a:t>
            </a:r>
          </a:p>
          <a:p>
            <a:r>
              <a:t>The paradox, complete: everywhere in American cinema, and nowhere in its credits.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August 2024</a:t>
            </a:r>
          </a:p>
          <a:p>
            <a:r>
              <a:t>The estate. La Brûlerie, in the Loiret. A stroke in 2019, a bitter public war between his three children over his care, and a final year of silence.</a:t>
            </a:r>
          </a:p>
          <a:p>
            <a:r>
              <a:t>The farewell. He dies at eighty-eight. President Macron: “a French monument.” He refuses a national homage and is buried, as he asked, in the chapel on his land, beside the graves of some thirty-five of his dogs.</a:t>
            </a:r>
          </a:p>
          <a:p>
            <a:r>
              <a:t>The last image. A man who trusted animals more than people, who said no to Hollywood twice, and who was, at the end, exactly as alone as Jef Costello.</a:t>
            </a:r>
          </a:p>
          <a:p>
            <a:r>
              <a:t>La Brûlerie The estate in the Loiret he bought in 1971 — a chapel, a lake, a wall against the world.</a:t>
            </a:r>
          </a:p>
          <a:p>
            <a:r>
              <a:t>The dogs Some thirty-five dogs buried in the grounds. He asked to lie beside them.</a:t>
            </a:r>
          </a:p>
          <a:p>
            <a:r>
              <a:t>18 August 2024 Dies at eighty-eight. A private funeral. The Republic speaks; he does not.</a:t>
            </a:r>
          </a:p>
          <a:p>
            <a:r>
              <a:t>He chose his ending the way his characters did: on his own terms, in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Eighty-Eight Years in One Hour</a:t>
            </a:r>
          </a:p>
          <a:p>
            <a:r>
              <a:t>He conquered American cinema without ever leaving France. That was the paradox — and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