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BRIGITTE BARDOT</a:t>
            </a:r>
          </a:p>
          <a:p>
            <a:r>
              <a:t>&amp; THE NEW WAVE</a:t>
            </a:r>
          </a:p>
          <a:p>
            <a:r>
              <a:t>Filming Freedom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on Your Feet</a:t>
            </a:r>
          </a:p>
          <a:p>
            <a:r>
              <a:t>1956. A former ballet student asks Rose Repetto for a shoe as soft as a slipper, strong enough for the street.</a:t>
            </a:r>
          </a:p>
          <a:p>
            <a:r>
              <a:t>Repetto calls the model Cendrillon — Cinderella. It has since sold in the millions.</a:t>
            </a:r>
          </a:p>
          <a:p>
            <a:r>
              <a:t>The ballet flat was invented for one woman</a:t>
            </a:r>
          </a:p>
          <a:p>
            <a:r>
              <a:t>Because she could not walk on the cobblestones of a fishing village called Saint-Tropez.</a:t>
            </a:r>
          </a:p>
          <a:p>
            <a:r>
              <a:t>Two revolutions, three years apart. One of the body. One of the camera. Tonight they collide.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Journey Through Freedom and Its Price</a:t>
            </a:r>
          </a:p>
          <a:p>
            <a:r>
              <a:t>Far more than a pout, a beach and a hairstyle. Bardot is a way of reading the second half of the twentieth century: the collapse of the post-war moral order, the invention of youth, the birth of modern celebrity.</a:t>
            </a:r>
          </a:p>
          <a:p>
            <a:r>
              <a:t>The journey. From the bourgeois sixteenth arrondissement to a Mediterranean fishing village; from film sets to the ice floes of Labrador; from the covers of Elle to the courtrooms of Paris.</a:t>
            </a:r>
          </a:p>
          <a:p>
            <a:r>
              <a:t>The promise. A genuine revolutionary of the image — and a woman repeatedly convicted for inciting racial hatred.</a:t>
            </a:r>
          </a:p>
          <a:p>
            <a:r>
              <a:t>Holding both together — that is the intellectual work of this evening.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Manufacture of an Icon</a:t>
            </a:r>
          </a:p>
          <a:p>
            <a:r>
              <a:t>How “BB” Was Built — and Who Held the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The arc does not end in triumph. It ends in argument — and that is the honest ending.</a:t>
            </a:r>
          </a:p>
          <a:p>
            <a:r>
              <a:t>The arc of a life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France in the 1950s</a:t>
            </a:r>
          </a:p>
          <a:p>
            <a:r>
              <a:t>A rigid, Catholic, exhausted country. The Fourth Republic falls every few months; the Church is powerful, the family sacred. Frenchwomen have had the vote only since 1944.</a:t>
            </a:r>
          </a:p>
          <a:p>
            <a:r>
              <a:t>Under the lid, something is boiling. The baby boom produces a mass of young people with time, money and no war to fight.</a:t>
            </a:r>
          </a:p>
          <a:p>
            <a:r>
              <a:t>And America pours in. Jazz, blue jeans, Coca-Cola, Brando, James Dean. The 1946 Blum–Byrnes agreement floods French screens with American films.</a:t>
            </a:r>
          </a:p>
          <a:p>
            <a:r>
              <a:t>It needed only a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Bourgeois Cage</a:t>
            </a:r>
          </a:p>
          <a:p>
            <a:r>
              <a:t>Rue de la Pompe. A father who ran factories, a mother who had dreamed of dancing — and redirected that dream, with some force, onto her daughter.</a:t>
            </a:r>
          </a:p>
          <a:p>
            <a:r>
              <a:t>Six years of training. The Paris Conservatoire dance classes at thirteen. The carriage, the turned-out feet, the physical ease on screen: not natural.</a:t>
            </a:r>
          </a:p>
          <a:p>
            <a:r>
              <a:t>Early 1949: a family council. May a fourteen-year-old be photographed? Yes — on two conditions: she must not be paid, and the family name must not appear.</a:t>
            </a:r>
          </a:p>
          <a:p>
            <a:r>
              <a:t>1949 A family council allows the fourteen-year-old to model for Junior: no pay, no family name.</a:t>
            </a:r>
          </a:p>
          <a:p>
            <a:r>
              <a:t>The initials Born of bourgeois shame — a way of not printing “Bardot”.</a:t>
            </a:r>
          </a:p>
          <a:p>
            <a:r>
              <a:t>The result Europe’s most famous initials, created by censorship.</a:t>
            </a:r>
          </a:p>
          <a:p>
            <a:r>
              <a:t>So the magazine printed her initials instead. B.B. — a brand invented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Image Before the Actress</a:t>
            </a:r>
          </a:p>
          <a:p>
            <a:r>
              <a:t>Elle, 1949. Fourteen, photographed in profile, no make-up. The founding editor, Hélène Lazareff, is a friend of her mother’s.</a:t>
            </a:r>
          </a:p>
          <a:p>
            <a:r>
              <a:t>Roger Vadim. Met at an audition for a film never made. She is not yet fifteen; he is twenty-one.</a:t>
            </a:r>
          </a:p>
          <a:p>
            <a:r>
              <a:t>Seventeen films before Saint-Tropez. Married December 1952. Light comedies, costume pictures, bit parts opposite Kirk Douglas and Dirk Bogarde.</a:t>
            </a:r>
          </a:p>
          <a:p>
            <a:r>
              <a:t>A working actress with a decade of training and half a career behind 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Dismantling the Legend — The Pygmalion Myth</a:t>
            </a:r>
          </a:p>
          <a:p>
            <a:r>
              <a:t>The beautiful story. The svengali and his creature; the sculptor and the clay.</a:t>
            </a:r>
          </a:p>
          <a:p>
            <a:r>
              <a:t>The facts do not support it. A cover star before him.</a:t>
            </a:r>
          </a:p>
          <a:p>
            <a:r>
              <a:t>What Vadim actually did. He found the frame.</a:t>
            </a:r>
          </a:p>
          <a:p>
            <a:r>
              <a:t>The myth says a man created a woman. The record says an entire industry did — and that she was fourteen when it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Anti-Glamour</a:t>
            </a:r>
          </a:p>
          <a:p>
            <a:r>
              <a:t>Glamour in 1955 is visible effort. Hair set, waist boned, eyebrows drawn, gown as architecture.</a:t>
            </a:r>
          </a:p>
          <a:p>
            <a:r>
              <a:t>Bardot looked as though she had just got out of bed. Bare feet.</a:t>
            </a:r>
          </a:p>
          <a:p>
            <a:r>
              <a:t>Glamour-as-effort replaced by glamour-as-ease. Chanel took the male wardrobe and gave it to women.</a:t>
            </a:r>
          </a:p>
          <a:p>
            <a:r>
              <a:t>Hollywood engineered its blondes. Bardot appeared not to have tried at all — the most influential piece of engineering of the decade.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1956: Saint-Tropez</a:t>
            </a:r>
          </a:p>
          <a:p>
            <a:r>
              <a:t>The facts first. Autumn 1956.</a:t>
            </a:r>
          </a:p>
          <a:p>
            <a:r>
              <a:t>Juliette feels no guilt whatsoever. That is the entire scandal.</a:t>
            </a:r>
          </a:p>
          <a:p>
            <a:r>
              <a:t>The second legend, dismantled. Signac, Matisse, Bonnard, Colette, Sartre, Gréco, Picasso, Sagan were there first.</a:t>
            </a:r>
          </a:p>
          <a:p>
            <a:r>
              <a:t>The bomb did not go off in France. It went off somewhere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1957: The American Detonation</a:t>
            </a:r>
          </a:p>
          <a:p>
            <a:r>
              <a:t>Condemned, cut — and unstoppable. Distributed by Kingsley-International; condemned by the National Legion of Decency; in Philadelphia the DA threatens to seize the prints.</a:t>
            </a:r>
          </a:p>
          <a:p>
            <a:r>
              <a:t>More than four million dollars. An astonishing figure for a subtitled French picture in the 1950s — one of the most successful foreign films ever released in the United States.</a:t>
            </a:r>
          </a:p>
          <a:p>
            <a:r>
              <a:t>The consequence that matters. Peter Bogdanovich: this film broke French cinema out of the art house and into the mainstream.</a:t>
            </a:r>
          </a:p>
          <a:p>
            <a:r>
              <a:t>Bardot did not make the New Wave. But she built its bridge to America.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New Wave</a:t>
            </a:r>
          </a:p>
          <a:p>
            <a:r>
              <a:t>A Revolution in the Grammar of Cinema — and the Voice That Sang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Angry Young Critics</a:t>
            </a:r>
          </a:p>
          <a:p>
            <a:r>
              <a:t>All day, every day, in the dark. Truffaut, Godard, Chabrol, Rohmer, Rivette — at Henri Langlois’s Cinémathèque, writing for a yellow-covered magazine called Cahiers du cinéma.</a:t>
            </a:r>
          </a:p>
          <a:p>
            <a:r>
              <a:t>The auteur theory. French cinema has become a beautifully upholstered corpse. A film should belong to one person: the director is the author.</a:t>
            </a:r>
          </a:p>
          <a:p>
            <a:r>
              <a:t>The paradox. What did these young Frenchmen love? Hollywood — the cheap ones.</a:t>
            </a:r>
          </a:p>
          <a:p>
            <a:r>
              <a:t>Cahiers du cinéma Truffaut, Godard, Chabrol, Rohmer, Rivette</a:t>
            </a:r>
          </a:p>
          <a:p>
            <a:r>
              <a:t>The Cinémathèque Henri Langlois’ screenings, every night</a:t>
            </a:r>
          </a:p>
          <a:p>
            <a:r>
              <a:t>American B-movies Hawks, Hitchcock, Ford, the cheap ones</a:t>
            </a:r>
          </a:p>
          <a:p>
            <a:r>
              <a:t>The New Wave Critics who picked up cameras</a:t>
            </a:r>
          </a:p>
          <a:p>
            <a:r>
              <a:t>A French revolution made by young men who worshipped American B-movies. The debt runs both 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Breathless, 1960</a:t>
            </a:r>
          </a:p>
          <a:p>
            <a:r>
              <a:t>The method is the message. No studio, no sets, no permits, no lighting rigs. Raoul Coutard pushed along the pavement in a wheelchair; dialogue called out and dubbed afterwards.</a:t>
            </a:r>
          </a:p>
          <a:p>
            <a:r>
              <a:t>The accident that changed cinema. The film ran too long. Godard removed pieces from the middle of shots.</a:t>
            </a:r>
          </a:p>
          <a:p>
            <a:r>
              <a:t>Belmondo and Seberg. He imitates Bogart in a shop window and becomes the model for every anti-hero of the next twenty years.</a:t>
            </a:r>
          </a:p>
          <a:p>
            <a:r>
              <a:t>The face of the French New Wave belonged to a girl from Marshalltown, Iowa.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Revolutions, One Wind</a:t>
            </a:r>
          </a:p>
          <a:p>
            <a:r>
              <a:t>The half that is right. Not a New Wave actress in the technical sense: a career built inside the industrial French cinema; by the late 1950s the highest-paid actress in France.</a:t>
            </a:r>
          </a:p>
          <a:p>
            <a:r>
              <a:t>The half that is false. Brigitte Bardot starred in one of the greatest films of the New Wave, directed by Jean-Luc Godard.</a:t>
            </a:r>
          </a:p>
          <a:p>
            <a:r>
              <a:t>The deeper connection is timing. 1956: a woman on screen who does exactly what she wants and refuses to feel bad.</a:t>
            </a:r>
          </a:p>
          <a:p>
            <a:r>
              <a:t>Bardot did not join the New Wave. She was its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Contempt, 1963</a:t>
            </a:r>
          </a:p>
          <a:p>
            <a:r>
              <a:t>Le Mépris. Godard’s most expensive film: Ponti and Levine producing; Piccoli, Jack Palance, Fritz Lang as himself.</a:t>
            </a:r>
          </a:p>
          <a:p>
            <a:r>
              <a:t>The producers demanded a nude scene. Godard shot a new opening: a woman asking, item by item, whether her husband likes her — under a red filter, then a blue one.</a:t>
            </a:r>
          </a:p>
          <a:p>
            <a:r>
              <a:t>An interior life. Black wig, Breton shirt, headband — a woman who is being looked at, knows it, and is quietly deciding she has had enough.</a:t>
            </a:r>
          </a:p>
          <a:p>
            <a:r>
              <a:t>They asked for flesh. He delivered an indictment — and made them pay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Voice — Bardot and Gainsbourg</a:t>
            </a:r>
          </a:p>
          <a:p>
            <a:r>
              <a:t>1967. A disastrous first date — Gainsbourg loses the power of speech. She demands the most beautiful love song he can imagine.</a:t>
            </a:r>
          </a:p>
          <a:p>
            <a:r>
              <a:t>One glass booth, about two hours. Word leaks; Gunter Sachs is incandescent; Bardot begs him not to release it. He puts the tape in a drawer.</a:t>
            </a:r>
          </a:p>
          <a:p>
            <a:r>
              <a:t>1969, with Jane Birkin. Banned across Europe, denounced by the Vatican, withdrawn by its own label — and the first foreign-language single ever to reach number one in Britain.</a:t>
            </a:r>
          </a:p>
          <a:p>
            <a:r>
              <a:t>Birkin sings it as a girl. Bardot sings it as an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Wave Crosses the Atlantic</a:t>
            </a:r>
          </a:p>
          <a:p>
            <a:r>
              <a:t>Bonnie and Clyde, 1967. Newman and Benton, obsessed with Breathless, offer their script to Truffaut, then Godard. Arthur Penn makes it.</a:t>
            </a:r>
          </a:p>
          <a:p>
            <a:r>
              <a:t>After it comes everything. Badlands, Mean Streets, The Godfather, Taxi Driver. Scorsese, Coppola, Spielberg, Lucas, Stone.</a:t>
            </a:r>
          </a:p>
          <a:p>
            <a:r>
              <a:t>The coda. Vadim goes to Hollywood — Barbarella (1968), an English remake of And God Created Woman. Neither works.</a:t>
            </a:r>
          </a:p>
          <a:p>
            <a:r>
              <a:t>Their cinema is the child of the French New Wave — which was the child of their cinema.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Myth and the Shadow</a:t>
            </a:r>
          </a:p>
          <a:p>
            <a:r>
              <a:t>The Price of the Image, and an Honest Reckoning.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Honest Portrait Cannot End in Celebration</a:t>
            </a:r>
          </a:p>
          <a:p>
            <a:r>
              <a:t>Without idealisation, and without a verdict she is no longer here to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Beauvoir’s Verdict — and the Cost of the Image</a:t>
            </a:r>
          </a:p>
          <a:p>
            <a:r>
              <a:t>Brigitte Bardot and the Lolita Syndrome. The most formidable intellect in France makes her argument about French womanhood in an American men’s magazine, in English.</a:t>
            </a:r>
          </a:p>
          <a:p>
            <a:r>
              <a:t>A subject who takes. Bardot refuses the apparatus of seduction. She does not perform desire; she has desires and acts on them.</a:t>
            </a:r>
          </a:p>
          <a:p>
            <a:r>
              <a:t>A freedom with an expiry date. A second suicide attempt at twenty-six. The most photographed woman on earth, living it as a siege.</a:t>
            </a:r>
          </a:p>
          <a:p>
            <a:r>
              <a:t>“I can understand hunted animals, because of the way I was treated.” — Brigitte Bardot, to the Associated Press</a:t>
            </a:r>
          </a:p>
          <a:p>
            <a:r>
              <a:t>“I can understand hunted animals, because of the way I was treated.” — Brigitte Bardot, to the Associated Press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1973 — The Exit and the Cause</a:t>
            </a:r>
          </a:p>
          <a:p>
            <a:r>
              <a:t>She simply stops. One of the most bankable actresses alive. No retrospective, no comeback role, no memoir tour.</a:t>
            </a:r>
          </a:p>
          <a:p>
            <a:r>
              <a:t>March 1977, the ice floes off Labrador. Photographed beside a white-coated harp seal pup — one of the most effective images in the history of political campaigning.</a:t>
            </a:r>
          </a:p>
          <a:p>
            <a:r>
              <a:t>1986: the Fondation Brigitte Bardot. She auctions her jewellery and possessions to found it. Recognised by the French state as a public-interest institution six years later.</a:t>
            </a:r>
          </a:p>
          <a:p>
            <a:r>
              <a:t>Before 1973 Forty-seven films in seventeen years. The most photographed woman in the world.</a:t>
            </a:r>
          </a:p>
          <a:p>
            <a:r>
              <a:t>After 1973 The Fondation Brigitte Bardot, 1986. The seals, the 1987 auction, the animals before the humans.</a:t>
            </a:r>
          </a:p>
          <a:p>
            <a:r>
              <a:t>She gave away the objects of her fame to fund the work of her afterlife.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Shadow</a:t>
            </a:r>
          </a:p>
          <a:p>
            <a:r>
              <a:t>The legend does not erase the record. The record does not erase the work. The task is to carry all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December 2025</a:t>
            </a:r>
          </a:p>
          <a:p>
            <a:r>
              <a:t>La Madrague, aged ninety-one. Her house above the sea at Saint-Tropez, for more than half a century. Two operations for cancer; conscious, and concerned about animals, to the end.</a:t>
            </a:r>
          </a:p>
          <a:p>
            <a:r>
              <a:t>7 January 2026. A wicker coffin carried by the son from whom she had been estranged. Hundreds watching on a giant screen on the port, many holding their dogs.</a:t>
            </a:r>
          </a:p>
          <a:p>
            <a:r>
              <a:t>The marine cemetery of Saint-Tropez. Beside her parents and grandparents — and a short walk from the grave of Roger Vadim.</a:t>
            </a:r>
          </a:p>
          <a:p>
            <a:r>
              <a:t>A country that could not agree on how to bury her — the most accurate summary of Brigitte Bardot anyone has 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Wave Left Behind</a:t>
            </a:r>
          </a:p>
          <a:p>
            <a:r>
              <a:t>The first revolution is on your feet. The flat shoe, the striped shirt, the bared shoulder, the hair that is meant to look as though nobody arranged it.</a:t>
            </a:r>
          </a:p>
          <a:p>
            <a:r>
              <a:t>The second is in your pocket. Shot on the street, without permission. Available light.</a:t>
            </a:r>
          </a:p>
          <a:p>
            <a:r>
              <a:t>Now describe how a video is made on a telephone in 2026. </a:t>
            </a:r>
          </a:p>
          <a:p>
            <a:r>
              <a:t>The grammar Godard invented in twenty-three days in 1959 is the native language of the most widely used medium on earth.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 Years in One Hour</a:t>
            </a:r>
          </a:p>
          <a:p>
            <a:r>
              <a:t>The one thing she consistently refused, from fourteen to ninety-one, was to be told what she ought to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